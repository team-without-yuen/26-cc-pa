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957dde12645fa" /><Relationship Type="http://schemas.openxmlformats.org/officeDocument/2006/relationships/extended-properties" Target="/docProps/app.xml" Id="Rcbb5b6dd86594af7" /><Relationship Type="http://schemas.openxmlformats.org/officeDocument/2006/relationships/officeDocument" Target="/ppt/presentation.xml" Id="Rb6c852ba7706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12dac5529e41ad"/>
  </p:sldMasterIdLst>
  <p:notesMasterIdLst>
    <p:notesMasterId xmlns:r="http://schemas.openxmlformats.org/officeDocument/2006/relationships" r:id="Rb328ae5c71aa4451"/>
  </p:notesMasterIdLst>
  <p:sldIdLst>
    <p:sldId xmlns:r="http://schemas.openxmlformats.org/officeDocument/2006/relationships" id="256" r:id="R03fa7cca6ac144c6"/>
    <p:sldId xmlns:r="http://schemas.openxmlformats.org/officeDocument/2006/relationships" id="257" r:id="Rd06aa7d7f2464b3c"/>
    <p:sldId xmlns:r="http://schemas.openxmlformats.org/officeDocument/2006/relationships" id="258" r:id="R511fd1eac78d4f9b"/>
    <p:sldId xmlns:r="http://schemas.openxmlformats.org/officeDocument/2006/relationships" id="259" r:id="R1ccecac0c9274608"/>
    <p:sldId xmlns:r="http://schemas.openxmlformats.org/officeDocument/2006/relationships" id="260" r:id="R375e7152ff984bab"/>
    <p:sldId xmlns:r="http://schemas.openxmlformats.org/officeDocument/2006/relationships" id="261" r:id="R00e1518b464243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13f623d62449a2" /><Relationship Type="http://schemas.openxmlformats.org/officeDocument/2006/relationships/slideMaster" Target="/ppt/slideMasters/slideMaster1.xml" Id="Rcb12dac5529e41ad" /><Relationship Type="http://schemas.openxmlformats.org/officeDocument/2006/relationships/notesMaster" Target="/ppt/notesMasters/notesMaster1.xml" Id="Rb328ae5c71aa4451" /><Relationship Type="http://schemas.openxmlformats.org/officeDocument/2006/relationships/presProps" Target="/ppt/presProps.xml" Id="R5fa4d56de9c5463a" /><Relationship Type="http://schemas.openxmlformats.org/officeDocument/2006/relationships/tableStyles" Target="/ppt/tableStyles.xml" Id="R440c5e7753ed4766" /><Relationship Type="http://schemas.openxmlformats.org/officeDocument/2006/relationships/slide" Target="/ppt/slides/slide1.xml" Id="R03fa7cca6ac144c6" /><Relationship Type="http://schemas.openxmlformats.org/officeDocument/2006/relationships/slide" Target="/ppt/slides/slide2.xml" Id="Rd06aa7d7f2464b3c" /><Relationship Type="http://schemas.openxmlformats.org/officeDocument/2006/relationships/slide" Target="/ppt/slides/slide3.xml" Id="R511fd1eac78d4f9b" /><Relationship Type="http://schemas.openxmlformats.org/officeDocument/2006/relationships/slide" Target="/ppt/slides/slide4.xml" Id="R1ccecac0c9274608" /><Relationship Type="http://schemas.openxmlformats.org/officeDocument/2006/relationships/slide" Target="/ppt/slides/slide5.xml" Id="R375e7152ff984bab" /><Relationship Type="http://schemas.openxmlformats.org/officeDocument/2006/relationships/slide" Target="/ppt/slides/slide6.xml" Id="R00e1518b4642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28947f7d9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bc6d16e5f4c66" /><Relationship Type="http://schemas.openxmlformats.org/officeDocument/2006/relationships/notesMaster" Target="/ppt/notesMasters/notesMaster1.xml" Id="R0d1fb251b7ae40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623de98c4470b" /><Relationship Type="http://schemas.openxmlformats.org/officeDocument/2006/relationships/notesMaster" Target="/ppt/notesMasters/notesMaster1.xml" Id="R39f87af9f1d04d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b4a64105b1489d" /><Relationship Type="http://schemas.openxmlformats.org/officeDocument/2006/relationships/notesMaster" Target="/ppt/notesMasters/notesMaster1.xml" Id="R5d23004e63e449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31d4e7b6e4928" /><Relationship Type="http://schemas.openxmlformats.org/officeDocument/2006/relationships/notesMaster" Target="/ppt/notesMasters/notesMaster1.xml" Id="R7a49676dfa49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3c16f9dcb4daf" /><Relationship Type="http://schemas.openxmlformats.org/officeDocument/2006/relationships/notesMaster" Target="/ppt/notesMasters/notesMaster1.xml" Id="Rbcb3bb5f8e1d47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0daf8d744641dd" /><Relationship Type="http://schemas.openxmlformats.org/officeDocument/2006/relationships/notesMaster" Target="/ppt/notesMasters/notesMaster1.xml" Id="R4a06ad9a34f6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e414b9de7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51c24616e04398" /><Relationship Type="http://schemas.openxmlformats.org/officeDocument/2006/relationships/slideLayout" Target="/ppt/slideLayouts/slideLayout1.xml" Id="Rfd86919d5513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6919d5513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51d6a62454a13" /><Relationship Type="http://schemas.openxmlformats.org/officeDocument/2006/relationships/notesSlide" Target="/ppt/notesSlides/notesSlide1.xml" Id="Rbc03fb35fad740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630dbca2f4ee5" /><Relationship Type="http://schemas.openxmlformats.org/officeDocument/2006/relationships/notesSlide" Target="/ppt/notesSlides/notesSlide2.xml" Id="R19c5489ab4bf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054b29dd84a46" /><Relationship Type="http://schemas.openxmlformats.org/officeDocument/2006/relationships/notesSlide" Target="/ppt/notesSlides/notesSlide3.xml" Id="R008119bcefc2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5f9621974588" /><Relationship Type="http://schemas.openxmlformats.org/officeDocument/2006/relationships/notesSlide" Target="/ppt/notesSlides/notesSlide4.xml" Id="R27e7f68c53134b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06e09c024676" /><Relationship Type="http://schemas.openxmlformats.org/officeDocument/2006/relationships/notesSlide" Target="/ppt/notesSlides/notesSlide5.xml" Id="Rb18db417886245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1d0029e44732" /><Relationship Type="http://schemas.openxmlformats.org/officeDocument/2006/relationships/notesSlide" Target="/ppt/notesSlides/notesSlide6.xml" Id="R3b2363993e6942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52768-5A0C-429C-86D8-AC00B9C5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Problem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D2D83-50B5-448D-AFA0-2037A51F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LLM-facing API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完善進度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00E8-4F75-48E3-8FBB-959C978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385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重點從功能堆疊轉向可被 LLM 穩定呼叫、可驗證、可回報的高階 API。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1CC5A-B7DE-417A-B594-8911269D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7051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56A72-DA25-4B67-A148-F5A8CBA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Current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6E6DA-AA28-4856-8750-331B5A9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09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Query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EditApply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DepthQuery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Report 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DD669-A30F-48CE-878E-E2F322D4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0DF54-A661-4DE4-9523-A64651D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286318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C90EA-8098-46FF-BD33-65EE733B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LLM API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B897D-AE2E-4152-909B-93FB3B9D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API 完善的核心目標是讓 LLM 不直接碰底層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229BF-FBFF-44CF-8C66-7FD5BC44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7DD9D-B587-44AE-842B-F9D1B02C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07B64-D019-4D2C-91DB-205D2644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824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把自然語言 prompt 導向少量高階 API，而不是任意呼叫 C++ helper。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F7C96-E6FF-4CDD-B651-26E37C9D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95DE8-CE22-47F2-9534-45ADF28C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824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每個高階 API 都有明確 request、report、validation 與使用邊界。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080BE-DDDF-48C6-A9EF-8F1F117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6F263-51EB-4A20-8F95-98E04F8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824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低階 rewiring primitive 保留給內部 verified pass，避免破壞 functionality。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C5101-54D5-48EE-B918-EDD33D7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C0B0C-D686-4230-A2B0-48D6927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Design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9EB7C-CD3A-4656-B6D8-1B31E8D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LLM 呼叫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高階 API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不是底層 mutation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B594F-01E4-48FB-9E4E-B39AE78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43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Problem A / API 完善進度 / 2</a:t>
            </a:r>
          </a:p>
        </p:txBody>
      </p:sp>
    </p:spTree>
    <p:extLst>
      <p:ext uri="{BB962C8B-B14F-4D97-AF65-F5344CB8AC3E}">
        <p14:creationId xmlns:p14="http://schemas.microsoft.com/office/powerpoint/2010/main" val="203256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C687A-2D51-4383-B27A-57DA939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LLM API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7A67-1000-4668-8190-36F60912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目前已形成三層高階 API 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04D56-F140-4F1A-AE51-5E4DDB82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EE841-A279-4F75-9570-19FA8BD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181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22EFD-D941-4BE2-90F7-EE6BEE60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Query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3083-7B7A-4AF6-ADD3-719BA991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2CE3C-38CE-4FFF-B63C-4C203359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BasicQuery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DirectConnectivityQuery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ConeQuery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PathQuery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DepthQuery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FunctionQuery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E8D5C-92BF-4D3C-94DF-C2B6BDA4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181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8A581-C98F-4367-BC35-3B1CDAB4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EditApply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C9778-3347-453B-8856-F66A2316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E8CB4-DFAB-4570-8BDD-7620C79D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Rename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Buffer insertion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Dead / dangling cleanup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Constant propagation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Double inverter collapse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8D0BF-49FD-4D64-875F-AEE30FC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181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01E45-C5AD-4270-9384-78CFBDC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Report /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5E55B-C645-45F5-8C56-EB2B8C2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99A33-2A83-47A8-8C94-9E71996D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NetlistEditReport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Before / after diff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Changed objects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Equivalence certificate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Rollback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E350C-B2A3-4C85-912B-0F2DCF2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43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Problem A / API 完善進度 / 3</a:t>
            </a:r>
          </a:p>
        </p:txBody>
      </p:sp>
    </p:spTree>
    <p:extLst>
      <p:ext uri="{BB962C8B-B14F-4D97-AF65-F5344CB8AC3E}">
        <p14:creationId xmlns:p14="http://schemas.microsoft.com/office/powerpoint/2010/main" val="46371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8A53AF-51C3-4942-95E6-804DA45C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LLM API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9D53B-8260-4C5B-8965-9F57A630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EditApply 已收斂成 safe edit / cleanup 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CA91-CF85-4767-9B9F-11BFD27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DF70A-A1C3-421C-9AFB-DB0FBD9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14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985C-CE41-4707-B11E-FCC5ABA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已可對外使用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3AF8B-125A-456C-B44B-0642C9F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8E8AE-9E88-49A4-8D12-C2BBF82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rename gate / 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869DC-1995-4726-B656-2C2EB76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98AD2-BC8C-4924-AC84-57E1553D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fanout buffer insertion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095AB-66DC-4303-B79E-DC755A08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C9DBF-9FB7-443B-9091-38AF6B4B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dangling / dead / unused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B47AF-5088-4890-906C-C842797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0C9AF-1C00-4B9E-81FE-71AC6C81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constant propagation 與 same-input simplification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C05BE-A328-483C-80A3-CA912CC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DE5B0-3AE7-4F9B-9F30-C93AD02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back-to-back inverter collapse 與 structural merge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068E5-19E2-4AEE-8957-FA18BB43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883D8-2A44-4B94-8217-3EAC75D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安全邊界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27E0E-186E-4B49-861C-8DE1CDA9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public EditApply 不暴露 reconnect input、replace driver、merge arbitrary nets 等低階 primitive。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F97B0-35F7-4550-BBF0-BD0B68E0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96115-DE3E-4BC6-872E-CB4D44C3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原則：只有可驗證等價的修改才開給 LLM。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44690-00AE-4176-86D5-B51AB82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43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Problem A / API 完善進度 / 4</a:t>
            </a:r>
          </a:p>
        </p:txBody>
      </p:sp>
    </p:spTree>
    <p:extLst>
      <p:ext uri="{BB962C8B-B14F-4D97-AF65-F5344CB8AC3E}">
        <p14:creationId xmlns:p14="http://schemas.microsoft.com/office/powerpoint/2010/main" val="1736571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DD34C-C3FD-4C2C-8218-1CB1B0AB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LLM API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1B0F4-8560-4142-A77C-147E190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查詢與 safe edit 已大致覆蓋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45F32-9873-4DD1-B7E7-2D08E1C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77074-B3EC-4B36-BB10-F23DD06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類型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491AD-0D44-4CE1-94FA-74A2562B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38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目前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F1DE0-3D0D-41EE-9EA6-EEB3C6E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91DF-3DF9-44AC-BD8D-F66BE68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427BF-E1DC-4F10-85CB-880BCA1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查詢型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0756-2B9F-4434-B96D-985BDF6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Basic / Connectivity / Cone / Path / Depth /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ABCAB-C62E-4DF2-917B-824CD49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已覆蓋多數 testcase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3DEA2-F4F5-4B90-9609-11DCA73E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Safe edit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67F5B-5192-4372-9F89-2E6C9AE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EditApply + NetlistEditReport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00E95-F20A-454B-BDDD-D03E5D5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可回報修改數量、diff、validation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1336D-6472-4A64-B3D4-B6461CF0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Depth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E7520-6EE2-4A4F-9728-7F76972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481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DepthQuery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80891-8BEB-441E-B499-19E6CCF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可回答 output depth &gt; N 等問題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985E9-800C-4447-898D-C2B48A4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8E81A-A007-4430-B7F7-5A1096A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仍待補強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441AA-8C5D-4102-AF2A-406BD7CB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TechnologyApply / equivalence / optimization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4C403-4D79-4AF3-9390-6B34B9A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下一階段重點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DE03F-7692-4732-8213-648FF2F3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43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Problem A / API 完善進度 / 5</a:t>
            </a:r>
          </a:p>
        </p:txBody>
      </p:sp>
    </p:spTree>
    <p:extLst>
      <p:ext uri="{BB962C8B-B14F-4D97-AF65-F5344CB8AC3E}">
        <p14:creationId xmlns:p14="http://schemas.microsoft.com/office/powerpoint/2010/main" val="1170620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8530E-E2A2-4048-A8C9-7B3CFE4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LLM API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6625-CF79-4970-A748-9B5C48E1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下一步：mapping 到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E7560-AF65-408D-AAE4-27816338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F7407-977C-4C19-945F-6FCF66B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CBDD6-4939-40BA-AD47-C8371DD9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B032D-E0DB-42FA-B0BD-6A6FDB4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TechApply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D038-463A-449E-B052-5B81F675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whole design / cone\n轉成目標 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1BB00-1010-4AE1-B410-460A9C8E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30771-A24F-436A-B112-0509096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2BBFD-116A-47BA-971C-478D178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Basis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3E96D-2DF9-4970-85A8-ACAC90D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5285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確認 NAND/NOT、NOR/NOT\n等 hard requirement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637DB-8416-4C1D-860D-A15F2F9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2A1DE-F41E-4A42-A8F1-303AF05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79A89-1917-4C55-B9A4-C344697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Equivalence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4EACE-16D1-460A-A785-AD13AD00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補 original/current 或\nbefore/after equivalence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983D3-5534-4C32-B925-C0D385FB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CCED3-7DFB-4715-B1DE-0C4DE1D7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0C9BB-475D-4A6D-9301-EF248CA3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Depth opt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CDF4-5179-43E1-AF4A-1CCB8C2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在 target basis 中做\nconservative restructuring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25E06-1402-4DD9-A087-E4A79AE6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目標是讓 optimization prompt 也能走同一套 request、validation、report 流程。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E1F6B-E731-4E86-A4D9-4F72DD9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43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Problem A / API 完善進度 / 6</a:t>
            </a:r>
          </a:p>
        </p:txBody>
      </p:sp>
    </p:spTree>
    <p:extLst>
      <p:ext uri="{BB962C8B-B14F-4D97-AF65-F5344CB8AC3E}">
        <p14:creationId xmlns:p14="http://schemas.microsoft.com/office/powerpoint/2010/main" val="223071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2026-07-07T08:49:10.0000000Z</dcterms:created>
  <dcterms:modified xsi:type="dcterms:W3CDTF">2026-07-07T08:49:10.0000000Z</dcterms:modified>
</coreProperties>
</file>